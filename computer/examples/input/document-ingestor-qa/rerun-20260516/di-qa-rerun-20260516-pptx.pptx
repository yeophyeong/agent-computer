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/>
        </p:nvSpPr>
        <p:spPr>
          <a:xfrm>
            <a:off x="685800" y="685800"/>
            <a:ext cx="5486400" cy="685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200">
                <a:solidFill>
                  <a:srgbClr val="111827"/>
                </a:solidFill>
                <a:latin typeface="Arial"/>
              </a:rPr>
              <a:t>PPTX fixture notes: render dependency should be required.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Editable text"/>
          <p:cNvSpPr/>
          <p:nvPr/>
        </p:nvSpPr>
        <p:spPr>
          <a:xfrm>
            <a:off x="640080" y="640080"/>
            <a:ext cx="7772400" cy="118872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36576" tIns="36576" rIns="36576" bIns="36576"/>
          <a:lstStyle/>
          <a:p>
            <a:pPr algn="l"/>
            <a:r>
              <a:rPr lang="en-US" sz="2800" b="1">
                <a:solidFill>
                  <a:srgbClr val="111827"/>
                </a:solidFill>
                <a:latin typeface="Arial"/>
              </a:rPr>
              <a:t>PPTX QA Fixture</a:t>
            </a:r>
          </a:p>
        </p:txBody>
      </p:sp>
      <p:sp>
        <p:nvSpPr>
          <p:cNvPr id="4" name="Editable text"/>
          <p:cNvSpPr/>
          <p:nvPr/>
        </p:nvSpPr>
        <p:spPr>
          <a:xfrm>
            <a:off x="731520" y="1920240"/>
            <a:ext cx="9601200" cy="1280160"/>
          </a:xfrm>
          <a:prstGeom prst="roundRect">
            <a:avLst/>
          </a:prstGeom>
          <a:noFill/>
          <a:ln>
            <a:noFill/>
          </a:ln>
        </p:spPr>
        <p:txBody>
          <a:bodyPr wrap="square" anchor="t" lIns="36576" tIns="36576" rIns="36576" bIns="36576"/>
          <a:lstStyle/>
          <a:p>
            <a:pPr algn="l"/>
            <a:r>
              <a:rPr lang="en-US" sz="1800">
                <a:solidFill>
                  <a:srgbClr val="111827"/>
                </a:solidFill>
                <a:latin typeface="Arial"/>
              </a:rPr>
              <a:t>Preserve this exact PPTX sentence: changeover window beta-9.\nRenderer should be required for slide images.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Computer">
  <a:themeElements>
    <a:clrScheme name="AgentComputer">
      <a:dk1>
        <a:srgbClr val="111827"/>
      </a:dk1>
      <a:lt1>
        <a:srgbClr val="F7F4EC"/>
      </a:lt1>
      <a:dk2>
        <a:srgbClr val="4B5563"/>
      </a:dk2>
      <a:lt2>
        <a:srgbClr val="FFFDF7"/>
      </a:lt2>
      <a:accent1>
        <a:srgbClr val="2563EB"/>
      </a:accent1>
      <a:accent2>
        <a:srgbClr val="6D28D9"/>
      </a:accent2>
      <a:accent3>
        <a:srgbClr val="2F855A"/>
      </a:accent3>
      <a:accent4>
        <a:srgbClr val="B7791F"/>
      </a:accent4>
      <a:accent5>
        <a:srgbClr val="C2410C"/>
      </a:accent5>
      <a:accent6>
        <a:srgbClr val="DED7C8"/>
      </a:accent6>
      <a:hlink>
        <a:srgbClr val="2563EB"/>
      </a:hlink>
      <a:folHlink>
        <a:srgbClr val="6D28D9"/>
      </a:folHlink>
    </a:clrScheme>
    <a:fontScheme name="AgentComputer">
      <a:majorFont>
        <a:latin typeface="Arial"/>
      </a:majorFont>
      <a:minorFont>
        <a:latin typeface="Arial"/>
      </a:minorFont>
    </a:fontScheme>
    <a:fmtScheme name="AgentComputer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Agent Computer</Application>
  <PresentationFormat>Widescreen</PresentationFormat>
  <Slides>1</Slides>
  <Notes>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 QA Fixture</dc:title>
  <dc:creator>Agent Computer ppt-builder</dc:creator>
  <cp:lastModifiedBy>Agent Computer ppt-builder</cp:lastModifiedBy>
  <dcterms:created xsi:type="dcterms:W3CDTF">2026-05-16T08:03:06.647Z</dcterms:created>
  <dcterms:modified xsi:type="dcterms:W3CDTF">2026-05-16T08:03:06.647Z</dcterms:modified>
</cp:coreProperties>
</file>